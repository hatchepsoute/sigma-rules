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SOAR Overview — CVE-2025-6218 (WinRAR)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Sigma ➜ TheHive ➜ Shuffle</a:t>
            </a:r>
          </a:p>
          <a:p/>
          <a:p>
            <a:r>
              <a:t>• Rule 1: Traversal extraction</a:t>
            </a:r>
          </a:p>
          <a:p>
            <a:r>
              <a:t>• Rule 2: Persistence write</a:t>
            </a:r>
          </a:p>
          <a:p>
            <a:r>
              <a:t>• Correlation ≤ 10 min ⇒ CONFIRMED</a:t>
            </a:r>
          </a:p>
          <a:p/>
          <a:p>
            <a:r>
              <a:t>Actions: Isolate • Quarantine • 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